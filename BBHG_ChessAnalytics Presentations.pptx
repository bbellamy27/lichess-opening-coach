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d5e530e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d5e530e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d5e530e1b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d5e530e1b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d5e530e1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d5e530e1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d5e530e1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d5e530e1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d5e530e1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d5e530e1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075"/>
            <a:ext cx="9144000" cy="5117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